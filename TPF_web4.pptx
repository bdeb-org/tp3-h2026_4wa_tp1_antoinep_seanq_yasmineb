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2DC2E-F966-A66A-3973-0FFFBBE14D49}" v="467" dt="2026-05-12T18:44:18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77FFC4-16A8-45E7-B959-A9B1D4168B1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420706D-A1F7-4FF2-BEE9-987402376C37}">
      <dgm:prSet/>
      <dgm:spPr/>
      <dgm:t>
        <a:bodyPr/>
        <a:lstStyle/>
        <a:p>
          <a:r>
            <a:rPr lang="en-US"/>
            <a:t>Refaire powerpoint </a:t>
          </a:r>
        </a:p>
      </dgm:t>
    </dgm:pt>
    <dgm:pt modelId="{0322C7AB-BD8C-4B5D-B14A-F7956DD7B15E}" type="parTrans" cxnId="{87145CC7-E6B7-453E-BC5C-7ECFA70F8F72}">
      <dgm:prSet/>
      <dgm:spPr/>
      <dgm:t>
        <a:bodyPr/>
        <a:lstStyle/>
        <a:p>
          <a:endParaRPr lang="en-US"/>
        </a:p>
      </dgm:t>
    </dgm:pt>
    <dgm:pt modelId="{EEAD8803-D7F3-4D93-8AB6-6152B170E965}" type="sibTrans" cxnId="{87145CC7-E6B7-453E-BC5C-7ECFA70F8F72}">
      <dgm:prSet/>
      <dgm:spPr/>
      <dgm:t>
        <a:bodyPr/>
        <a:lstStyle/>
        <a:p>
          <a:endParaRPr lang="en-US"/>
        </a:p>
      </dgm:t>
    </dgm:pt>
    <dgm:pt modelId="{2147257D-FA70-4D36-94D7-DA7AE7874CAE}">
      <dgm:prSet/>
      <dgm:spPr/>
      <dgm:t>
        <a:bodyPr/>
        <a:lstStyle/>
        <a:p>
          <a:r>
            <a:rPr lang="en-US"/>
            <a:t>Explication pas toujours claire</a:t>
          </a:r>
        </a:p>
      </dgm:t>
    </dgm:pt>
    <dgm:pt modelId="{2BC9C070-DBD7-4287-92E8-F2772D2FEBE0}" type="parTrans" cxnId="{2FB14D87-A95D-4A69-AE6F-339F2A7B81BE}">
      <dgm:prSet/>
      <dgm:spPr/>
      <dgm:t>
        <a:bodyPr/>
        <a:lstStyle/>
        <a:p>
          <a:endParaRPr lang="en-US"/>
        </a:p>
      </dgm:t>
    </dgm:pt>
    <dgm:pt modelId="{5ACDA287-80B2-41CD-9795-471A9594C312}" type="sibTrans" cxnId="{2FB14D87-A95D-4A69-AE6F-339F2A7B81BE}">
      <dgm:prSet/>
      <dgm:spPr/>
      <dgm:t>
        <a:bodyPr/>
        <a:lstStyle/>
        <a:p>
          <a:endParaRPr lang="en-US"/>
        </a:p>
      </dgm:t>
    </dgm:pt>
    <dgm:pt modelId="{B84CB49E-7CD2-4A81-86A8-89A4108BDF4F}">
      <dgm:prSet/>
      <dgm:spPr/>
      <dgm:t>
        <a:bodyPr/>
        <a:lstStyle/>
        <a:p>
          <a:r>
            <a:rPr lang="en-US"/>
            <a:t>Code bugger sans explication</a:t>
          </a:r>
        </a:p>
      </dgm:t>
    </dgm:pt>
    <dgm:pt modelId="{2F6233A2-CC68-483A-8546-2F0A24311FA9}" type="parTrans" cxnId="{4C92DCBA-BA0C-47F5-A19D-55FA93902251}">
      <dgm:prSet/>
      <dgm:spPr/>
      <dgm:t>
        <a:bodyPr/>
        <a:lstStyle/>
        <a:p>
          <a:endParaRPr lang="en-US"/>
        </a:p>
      </dgm:t>
    </dgm:pt>
    <dgm:pt modelId="{B104F063-C6D5-42A8-8A7D-8C3FDE1485EA}" type="sibTrans" cxnId="{4C92DCBA-BA0C-47F5-A19D-55FA93902251}">
      <dgm:prSet/>
      <dgm:spPr/>
      <dgm:t>
        <a:bodyPr/>
        <a:lstStyle/>
        <a:p>
          <a:endParaRPr lang="en-US"/>
        </a:p>
      </dgm:t>
    </dgm:pt>
    <dgm:pt modelId="{26734674-CC92-4660-BD87-F376FD684DA3}">
      <dgm:prSet/>
      <dgm:spPr/>
      <dgm:t>
        <a:bodyPr/>
        <a:lstStyle/>
        <a:p>
          <a:r>
            <a:rPr lang="en-US"/>
            <a:t>Prof demande Copy/Paste</a:t>
          </a:r>
        </a:p>
      </dgm:t>
    </dgm:pt>
    <dgm:pt modelId="{E052C8D9-8CF6-4901-98C5-59024A152D5C}" type="parTrans" cxnId="{9BF2885B-1CD3-4A35-BB09-73DF4C620CE1}">
      <dgm:prSet/>
      <dgm:spPr/>
      <dgm:t>
        <a:bodyPr/>
        <a:lstStyle/>
        <a:p>
          <a:endParaRPr lang="en-US"/>
        </a:p>
      </dgm:t>
    </dgm:pt>
    <dgm:pt modelId="{AA8CDF45-2B45-4D38-B851-9CDF8510CE26}" type="sibTrans" cxnId="{9BF2885B-1CD3-4A35-BB09-73DF4C620CE1}">
      <dgm:prSet/>
      <dgm:spPr/>
      <dgm:t>
        <a:bodyPr/>
        <a:lstStyle/>
        <a:p>
          <a:endParaRPr lang="en-US"/>
        </a:p>
      </dgm:t>
    </dgm:pt>
    <dgm:pt modelId="{1F9DEB92-A86C-498E-BB85-250F99902C4E}" type="pres">
      <dgm:prSet presAssocID="{4677FFC4-16A8-45E7-B959-A9B1D4168B1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74A4B3-F6A2-4B90-9607-F6786AA3A731}" type="pres">
      <dgm:prSet presAssocID="{C420706D-A1F7-4FF2-BEE9-987402376C37}" presName="hierRoot1" presStyleCnt="0"/>
      <dgm:spPr/>
    </dgm:pt>
    <dgm:pt modelId="{A91974DB-544B-4988-9909-79A84015B0AB}" type="pres">
      <dgm:prSet presAssocID="{C420706D-A1F7-4FF2-BEE9-987402376C37}" presName="composite" presStyleCnt="0"/>
      <dgm:spPr/>
    </dgm:pt>
    <dgm:pt modelId="{667349F8-8E28-44D0-93EF-81408C91AE4F}" type="pres">
      <dgm:prSet presAssocID="{C420706D-A1F7-4FF2-BEE9-987402376C37}" presName="background" presStyleLbl="node0" presStyleIdx="0" presStyleCnt="4"/>
      <dgm:spPr/>
    </dgm:pt>
    <dgm:pt modelId="{182D5176-35AC-435E-9423-A33F62DF596A}" type="pres">
      <dgm:prSet presAssocID="{C420706D-A1F7-4FF2-BEE9-987402376C37}" presName="text" presStyleLbl="fgAcc0" presStyleIdx="0" presStyleCnt="4">
        <dgm:presLayoutVars>
          <dgm:chPref val="3"/>
        </dgm:presLayoutVars>
      </dgm:prSet>
      <dgm:spPr/>
    </dgm:pt>
    <dgm:pt modelId="{92E34028-FCD0-4188-85A4-3C4720633F04}" type="pres">
      <dgm:prSet presAssocID="{C420706D-A1F7-4FF2-BEE9-987402376C37}" presName="hierChild2" presStyleCnt="0"/>
      <dgm:spPr/>
    </dgm:pt>
    <dgm:pt modelId="{731E1C01-BF69-40BF-A1E1-750A99838C4C}" type="pres">
      <dgm:prSet presAssocID="{2147257D-FA70-4D36-94D7-DA7AE7874CAE}" presName="hierRoot1" presStyleCnt="0"/>
      <dgm:spPr/>
    </dgm:pt>
    <dgm:pt modelId="{CE2DFB70-A621-43CF-985D-3C32E4C88779}" type="pres">
      <dgm:prSet presAssocID="{2147257D-FA70-4D36-94D7-DA7AE7874CAE}" presName="composite" presStyleCnt="0"/>
      <dgm:spPr/>
    </dgm:pt>
    <dgm:pt modelId="{5A9050F6-8281-4379-AB70-2B4006E462D7}" type="pres">
      <dgm:prSet presAssocID="{2147257D-FA70-4D36-94D7-DA7AE7874CAE}" presName="background" presStyleLbl="node0" presStyleIdx="1" presStyleCnt="4"/>
      <dgm:spPr/>
    </dgm:pt>
    <dgm:pt modelId="{5A3C8E91-57C0-45E4-9BA2-959E858AD909}" type="pres">
      <dgm:prSet presAssocID="{2147257D-FA70-4D36-94D7-DA7AE7874CAE}" presName="text" presStyleLbl="fgAcc0" presStyleIdx="1" presStyleCnt="4">
        <dgm:presLayoutVars>
          <dgm:chPref val="3"/>
        </dgm:presLayoutVars>
      </dgm:prSet>
      <dgm:spPr/>
    </dgm:pt>
    <dgm:pt modelId="{738B3821-5413-43D4-840E-53F80C3B8FDB}" type="pres">
      <dgm:prSet presAssocID="{2147257D-FA70-4D36-94D7-DA7AE7874CAE}" presName="hierChild2" presStyleCnt="0"/>
      <dgm:spPr/>
    </dgm:pt>
    <dgm:pt modelId="{50AE8D5B-228A-4CCB-B8A8-C19711D34778}" type="pres">
      <dgm:prSet presAssocID="{B84CB49E-7CD2-4A81-86A8-89A4108BDF4F}" presName="hierRoot1" presStyleCnt="0"/>
      <dgm:spPr/>
    </dgm:pt>
    <dgm:pt modelId="{6A95C5F6-F9BA-413E-B4FC-1DBC5937B0BA}" type="pres">
      <dgm:prSet presAssocID="{B84CB49E-7CD2-4A81-86A8-89A4108BDF4F}" presName="composite" presStyleCnt="0"/>
      <dgm:spPr/>
    </dgm:pt>
    <dgm:pt modelId="{E7DD6C1F-7090-43A1-9699-C1720C89C901}" type="pres">
      <dgm:prSet presAssocID="{B84CB49E-7CD2-4A81-86A8-89A4108BDF4F}" presName="background" presStyleLbl="node0" presStyleIdx="2" presStyleCnt="4"/>
      <dgm:spPr/>
    </dgm:pt>
    <dgm:pt modelId="{D9AB417F-DD31-4E80-8C92-C5FF0ACC4492}" type="pres">
      <dgm:prSet presAssocID="{B84CB49E-7CD2-4A81-86A8-89A4108BDF4F}" presName="text" presStyleLbl="fgAcc0" presStyleIdx="2" presStyleCnt="4">
        <dgm:presLayoutVars>
          <dgm:chPref val="3"/>
        </dgm:presLayoutVars>
      </dgm:prSet>
      <dgm:spPr/>
    </dgm:pt>
    <dgm:pt modelId="{19C3A3C7-F4C1-44C4-84E2-D1E7A0891D03}" type="pres">
      <dgm:prSet presAssocID="{B84CB49E-7CD2-4A81-86A8-89A4108BDF4F}" presName="hierChild2" presStyleCnt="0"/>
      <dgm:spPr/>
    </dgm:pt>
    <dgm:pt modelId="{724941AC-D1F6-4663-8EE2-10A9BB217E26}" type="pres">
      <dgm:prSet presAssocID="{26734674-CC92-4660-BD87-F376FD684DA3}" presName="hierRoot1" presStyleCnt="0"/>
      <dgm:spPr/>
    </dgm:pt>
    <dgm:pt modelId="{95B18BED-89C3-4B6A-AA1F-DA428DA4D540}" type="pres">
      <dgm:prSet presAssocID="{26734674-CC92-4660-BD87-F376FD684DA3}" presName="composite" presStyleCnt="0"/>
      <dgm:spPr/>
    </dgm:pt>
    <dgm:pt modelId="{CC8B35E0-108D-4646-B294-31E2DE7F2473}" type="pres">
      <dgm:prSet presAssocID="{26734674-CC92-4660-BD87-F376FD684DA3}" presName="background" presStyleLbl="node0" presStyleIdx="3" presStyleCnt="4"/>
      <dgm:spPr/>
    </dgm:pt>
    <dgm:pt modelId="{2D2E7D16-5326-462B-9FA2-857F968C1C14}" type="pres">
      <dgm:prSet presAssocID="{26734674-CC92-4660-BD87-F376FD684DA3}" presName="text" presStyleLbl="fgAcc0" presStyleIdx="3" presStyleCnt="4">
        <dgm:presLayoutVars>
          <dgm:chPref val="3"/>
        </dgm:presLayoutVars>
      </dgm:prSet>
      <dgm:spPr/>
    </dgm:pt>
    <dgm:pt modelId="{63119058-ED25-4D68-891D-BCFF96C17012}" type="pres">
      <dgm:prSet presAssocID="{26734674-CC92-4660-BD87-F376FD684DA3}" presName="hierChild2" presStyleCnt="0"/>
      <dgm:spPr/>
    </dgm:pt>
  </dgm:ptLst>
  <dgm:cxnLst>
    <dgm:cxn modelId="{DF56E70A-95BE-4071-B4D7-60CA563F385D}" type="presOf" srcId="{4677FFC4-16A8-45E7-B959-A9B1D4168B16}" destId="{1F9DEB92-A86C-498E-BB85-250F99902C4E}" srcOrd="0" destOrd="0" presId="urn:microsoft.com/office/officeart/2005/8/layout/hierarchy1"/>
    <dgm:cxn modelId="{FB83CC29-262D-4199-832C-A5B1A8E4CE99}" type="presOf" srcId="{2147257D-FA70-4D36-94D7-DA7AE7874CAE}" destId="{5A3C8E91-57C0-45E4-9BA2-959E858AD909}" srcOrd="0" destOrd="0" presId="urn:microsoft.com/office/officeart/2005/8/layout/hierarchy1"/>
    <dgm:cxn modelId="{9BF2885B-1CD3-4A35-BB09-73DF4C620CE1}" srcId="{4677FFC4-16A8-45E7-B959-A9B1D4168B16}" destId="{26734674-CC92-4660-BD87-F376FD684DA3}" srcOrd="3" destOrd="0" parTransId="{E052C8D9-8CF6-4901-98C5-59024A152D5C}" sibTransId="{AA8CDF45-2B45-4D38-B851-9CDF8510CE26}"/>
    <dgm:cxn modelId="{BF4C0F75-75DD-45A2-B5F6-09C68CADF262}" type="presOf" srcId="{26734674-CC92-4660-BD87-F376FD684DA3}" destId="{2D2E7D16-5326-462B-9FA2-857F968C1C14}" srcOrd="0" destOrd="0" presId="urn:microsoft.com/office/officeart/2005/8/layout/hierarchy1"/>
    <dgm:cxn modelId="{E9264F5A-9114-41FD-8058-C94064ED3790}" type="presOf" srcId="{B84CB49E-7CD2-4A81-86A8-89A4108BDF4F}" destId="{D9AB417F-DD31-4E80-8C92-C5FF0ACC4492}" srcOrd="0" destOrd="0" presId="urn:microsoft.com/office/officeart/2005/8/layout/hierarchy1"/>
    <dgm:cxn modelId="{2FB14D87-A95D-4A69-AE6F-339F2A7B81BE}" srcId="{4677FFC4-16A8-45E7-B959-A9B1D4168B16}" destId="{2147257D-FA70-4D36-94D7-DA7AE7874CAE}" srcOrd="1" destOrd="0" parTransId="{2BC9C070-DBD7-4287-92E8-F2772D2FEBE0}" sibTransId="{5ACDA287-80B2-41CD-9795-471A9594C312}"/>
    <dgm:cxn modelId="{5372E8A1-881A-4421-BBEB-1C373CDFA2E8}" type="presOf" srcId="{C420706D-A1F7-4FF2-BEE9-987402376C37}" destId="{182D5176-35AC-435E-9423-A33F62DF596A}" srcOrd="0" destOrd="0" presId="urn:microsoft.com/office/officeart/2005/8/layout/hierarchy1"/>
    <dgm:cxn modelId="{4C92DCBA-BA0C-47F5-A19D-55FA93902251}" srcId="{4677FFC4-16A8-45E7-B959-A9B1D4168B16}" destId="{B84CB49E-7CD2-4A81-86A8-89A4108BDF4F}" srcOrd="2" destOrd="0" parTransId="{2F6233A2-CC68-483A-8546-2F0A24311FA9}" sibTransId="{B104F063-C6D5-42A8-8A7D-8C3FDE1485EA}"/>
    <dgm:cxn modelId="{87145CC7-E6B7-453E-BC5C-7ECFA70F8F72}" srcId="{4677FFC4-16A8-45E7-B959-A9B1D4168B16}" destId="{C420706D-A1F7-4FF2-BEE9-987402376C37}" srcOrd="0" destOrd="0" parTransId="{0322C7AB-BD8C-4B5D-B14A-F7956DD7B15E}" sibTransId="{EEAD8803-D7F3-4D93-8AB6-6152B170E965}"/>
    <dgm:cxn modelId="{CEAA1166-516B-40A5-8576-892232EAA00E}" type="presParOf" srcId="{1F9DEB92-A86C-498E-BB85-250F99902C4E}" destId="{3574A4B3-F6A2-4B90-9607-F6786AA3A731}" srcOrd="0" destOrd="0" presId="urn:microsoft.com/office/officeart/2005/8/layout/hierarchy1"/>
    <dgm:cxn modelId="{CA16A98A-BAC9-465A-BED9-AB6DF9F9EC23}" type="presParOf" srcId="{3574A4B3-F6A2-4B90-9607-F6786AA3A731}" destId="{A91974DB-544B-4988-9909-79A84015B0AB}" srcOrd="0" destOrd="0" presId="urn:microsoft.com/office/officeart/2005/8/layout/hierarchy1"/>
    <dgm:cxn modelId="{676E5361-F3D2-4C60-A0EE-913D0A7EF556}" type="presParOf" srcId="{A91974DB-544B-4988-9909-79A84015B0AB}" destId="{667349F8-8E28-44D0-93EF-81408C91AE4F}" srcOrd="0" destOrd="0" presId="urn:microsoft.com/office/officeart/2005/8/layout/hierarchy1"/>
    <dgm:cxn modelId="{9F5ACA26-0054-474E-8391-747F7F7603E8}" type="presParOf" srcId="{A91974DB-544B-4988-9909-79A84015B0AB}" destId="{182D5176-35AC-435E-9423-A33F62DF596A}" srcOrd="1" destOrd="0" presId="urn:microsoft.com/office/officeart/2005/8/layout/hierarchy1"/>
    <dgm:cxn modelId="{98FEE16A-5EA6-441E-AED2-8D02EC007F4D}" type="presParOf" srcId="{3574A4B3-F6A2-4B90-9607-F6786AA3A731}" destId="{92E34028-FCD0-4188-85A4-3C4720633F04}" srcOrd="1" destOrd="0" presId="urn:microsoft.com/office/officeart/2005/8/layout/hierarchy1"/>
    <dgm:cxn modelId="{D12E66CA-AA54-46A0-AF2C-BA90C19B12F4}" type="presParOf" srcId="{1F9DEB92-A86C-498E-BB85-250F99902C4E}" destId="{731E1C01-BF69-40BF-A1E1-750A99838C4C}" srcOrd="1" destOrd="0" presId="urn:microsoft.com/office/officeart/2005/8/layout/hierarchy1"/>
    <dgm:cxn modelId="{4900F96C-6DB8-4BDB-A632-18F3F1821BE7}" type="presParOf" srcId="{731E1C01-BF69-40BF-A1E1-750A99838C4C}" destId="{CE2DFB70-A621-43CF-985D-3C32E4C88779}" srcOrd="0" destOrd="0" presId="urn:microsoft.com/office/officeart/2005/8/layout/hierarchy1"/>
    <dgm:cxn modelId="{8A800F00-B821-4910-ABC1-E3F14EEE6E45}" type="presParOf" srcId="{CE2DFB70-A621-43CF-985D-3C32E4C88779}" destId="{5A9050F6-8281-4379-AB70-2B4006E462D7}" srcOrd="0" destOrd="0" presId="urn:microsoft.com/office/officeart/2005/8/layout/hierarchy1"/>
    <dgm:cxn modelId="{F0F2AD6C-3A23-49CE-BE83-908A81E99A72}" type="presParOf" srcId="{CE2DFB70-A621-43CF-985D-3C32E4C88779}" destId="{5A3C8E91-57C0-45E4-9BA2-959E858AD909}" srcOrd="1" destOrd="0" presId="urn:microsoft.com/office/officeart/2005/8/layout/hierarchy1"/>
    <dgm:cxn modelId="{70B8149F-3519-4886-82A6-C545035222F8}" type="presParOf" srcId="{731E1C01-BF69-40BF-A1E1-750A99838C4C}" destId="{738B3821-5413-43D4-840E-53F80C3B8FDB}" srcOrd="1" destOrd="0" presId="urn:microsoft.com/office/officeart/2005/8/layout/hierarchy1"/>
    <dgm:cxn modelId="{4A4E8CB4-B56A-40F6-99C3-277B59A3A028}" type="presParOf" srcId="{1F9DEB92-A86C-498E-BB85-250F99902C4E}" destId="{50AE8D5B-228A-4CCB-B8A8-C19711D34778}" srcOrd="2" destOrd="0" presId="urn:microsoft.com/office/officeart/2005/8/layout/hierarchy1"/>
    <dgm:cxn modelId="{8F03DA72-AE37-4B85-8D89-5281A38F088B}" type="presParOf" srcId="{50AE8D5B-228A-4CCB-B8A8-C19711D34778}" destId="{6A95C5F6-F9BA-413E-B4FC-1DBC5937B0BA}" srcOrd="0" destOrd="0" presId="urn:microsoft.com/office/officeart/2005/8/layout/hierarchy1"/>
    <dgm:cxn modelId="{E0A01EF5-25FD-4BE9-8A8D-817B71D36672}" type="presParOf" srcId="{6A95C5F6-F9BA-413E-B4FC-1DBC5937B0BA}" destId="{E7DD6C1F-7090-43A1-9699-C1720C89C901}" srcOrd="0" destOrd="0" presId="urn:microsoft.com/office/officeart/2005/8/layout/hierarchy1"/>
    <dgm:cxn modelId="{F5BC2BCF-8BDD-4FA9-A5F3-14B2B4040238}" type="presParOf" srcId="{6A95C5F6-F9BA-413E-B4FC-1DBC5937B0BA}" destId="{D9AB417F-DD31-4E80-8C92-C5FF0ACC4492}" srcOrd="1" destOrd="0" presId="urn:microsoft.com/office/officeart/2005/8/layout/hierarchy1"/>
    <dgm:cxn modelId="{A1D061B6-50C9-4A3D-A135-6B3AD82035EC}" type="presParOf" srcId="{50AE8D5B-228A-4CCB-B8A8-C19711D34778}" destId="{19C3A3C7-F4C1-44C4-84E2-D1E7A0891D03}" srcOrd="1" destOrd="0" presId="urn:microsoft.com/office/officeart/2005/8/layout/hierarchy1"/>
    <dgm:cxn modelId="{37847959-6775-4032-A439-3660226B4D88}" type="presParOf" srcId="{1F9DEB92-A86C-498E-BB85-250F99902C4E}" destId="{724941AC-D1F6-4663-8EE2-10A9BB217E26}" srcOrd="3" destOrd="0" presId="urn:microsoft.com/office/officeart/2005/8/layout/hierarchy1"/>
    <dgm:cxn modelId="{96BFF613-3934-4CD0-BFA9-D66F085032A7}" type="presParOf" srcId="{724941AC-D1F6-4663-8EE2-10A9BB217E26}" destId="{95B18BED-89C3-4B6A-AA1F-DA428DA4D540}" srcOrd="0" destOrd="0" presId="urn:microsoft.com/office/officeart/2005/8/layout/hierarchy1"/>
    <dgm:cxn modelId="{B18DBDEA-CDF9-4E76-BD4F-4D800D374DBC}" type="presParOf" srcId="{95B18BED-89C3-4B6A-AA1F-DA428DA4D540}" destId="{CC8B35E0-108D-4646-B294-31E2DE7F2473}" srcOrd="0" destOrd="0" presId="urn:microsoft.com/office/officeart/2005/8/layout/hierarchy1"/>
    <dgm:cxn modelId="{35899F8F-DED4-433D-ABC8-560FBB67760D}" type="presParOf" srcId="{95B18BED-89C3-4B6A-AA1F-DA428DA4D540}" destId="{2D2E7D16-5326-462B-9FA2-857F968C1C14}" srcOrd="1" destOrd="0" presId="urn:microsoft.com/office/officeart/2005/8/layout/hierarchy1"/>
    <dgm:cxn modelId="{20E3D9F1-7013-47B6-A81C-3AF9A9454C2B}" type="presParOf" srcId="{724941AC-D1F6-4663-8EE2-10A9BB217E26}" destId="{63119058-ED25-4D68-891D-BCFF96C170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349F8-8E28-44D0-93EF-81408C91AE4F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5176-35AC-435E-9423-A33F62DF596A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Refaire powerpoint </a:t>
          </a:r>
        </a:p>
      </dsp:txBody>
      <dsp:txXfrm>
        <a:off x="299702" y="1282093"/>
        <a:ext cx="2200851" cy="1366505"/>
      </dsp:txXfrm>
    </dsp:sp>
    <dsp:sp modelId="{5A9050F6-8281-4379-AB70-2B4006E462D7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C8E91-57C0-45E4-9BA2-959E858AD909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Explication pas toujours claire</a:t>
          </a:r>
        </a:p>
      </dsp:txBody>
      <dsp:txXfrm>
        <a:off x="3093555" y="1282093"/>
        <a:ext cx="2200851" cy="1366505"/>
      </dsp:txXfrm>
    </dsp:sp>
    <dsp:sp modelId="{E7DD6C1F-7090-43A1-9699-C1720C89C901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B417F-DD31-4E80-8C92-C5FF0ACC4492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Code bugger sans explication</a:t>
          </a:r>
        </a:p>
      </dsp:txBody>
      <dsp:txXfrm>
        <a:off x="5887408" y="1282093"/>
        <a:ext cx="2200851" cy="1366505"/>
      </dsp:txXfrm>
    </dsp:sp>
    <dsp:sp modelId="{CC8B35E0-108D-4646-B294-31E2DE7F2473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E7D16-5326-462B-9FA2-857F968C1C14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Prof demande Copy/Paste</a:t>
          </a:r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TP web</a:t>
            </a: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8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Seán</a:t>
            </a:r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Quadout</a:t>
            </a:r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Perras Antoine, Yasmine Baraka</a:t>
            </a: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W4A H 2026</a:t>
            </a: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Samah </a:t>
            </a:r>
            <a:r>
              <a:rPr lang="en-US" sz="18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Hadouej</a:t>
            </a: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12 </a:t>
            </a:r>
            <a:r>
              <a:rPr lang="en-US" sz="18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mai</a:t>
            </a:r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2026</a:t>
            </a: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US" sz="18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en-US" sz="180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B74A1A-C32A-A081-7857-9EC704B1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Contexte projet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3855C-D8F8-199C-30F8-C094D5EB3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TP1 : BD </a:t>
            </a:r>
            <a:r>
              <a:rPr lang="en-US" sz="1800" dirty="0" err="1">
                <a:solidFill>
                  <a:schemeClr val="tx2"/>
                </a:solidFill>
              </a:rPr>
              <a:t>comportant</a:t>
            </a:r>
            <a:r>
              <a:rPr lang="en-US" sz="1800" dirty="0">
                <a:solidFill>
                  <a:schemeClr val="tx2"/>
                </a:solidFill>
              </a:rPr>
              <a:t> données jeu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TP2 : L'API Communique données de la BD au </a:t>
            </a:r>
            <a:r>
              <a:rPr lang="en-US" sz="1800" dirty="0">
                <a:solidFill>
                  <a:schemeClr val="tx2"/>
                </a:solidFill>
              </a:rPr>
              <a:t>site 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TP3 : Interface site pour </a:t>
            </a:r>
            <a:r>
              <a:rPr lang="en-US" sz="1800" dirty="0" err="1">
                <a:solidFill>
                  <a:schemeClr val="tx2"/>
                </a:solidFill>
              </a:rPr>
              <a:t>présenter</a:t>
            </a:r>
            <a:r>
              <a:rPr lang="en-US" sz="1800" dirty="0">
                <a:solidFill>
                  <a:schemeClr val="tx2"/>
                </a:solidFill>
              </a:rPr>
              <a:t> donnée de la BD</a:t>
            </a:r>
          </a:p>
        </p:txBody>
      </p:sp>
    </p:spTree>
    <p:extLst>
      <p:ext uri="{BB962C8B-B14F-4D97-AF65-F5344CB8AC3E}">
        <p14:creationId xmlns:p14="http://schemas.microsoft.com/office/powerpoint/2010/main" val="226024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6D6C4-6DF6-CCE0-F2B9-0DCD6731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Description projet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3880-1C72-299D-8C12-A346AF50F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Projet</a:t>
            </a:r>
            <a:r>
              <a:rPr lang="en-US" sz="2000" dirty="0"/>
              <a:t> sur des jeux </a:t>
            </a:r>
            <a:r>
              <a:rPr lang="en-US" sz="2000" dirty="0" err="1"/>
              <a:t>vidéo</a:t>
            </a:r>
            <a:endParaRPr lang="en-US" dirty="0" err="1"/>
          </a:p>
          <a:p>
            <a:endParaRPr lang="en-US" sz="2000" dirty="0"/>
          </a:p>
          <a:p>
            <a:r>
              <a:rPr lang="en-US" sz="2000" dirty="0" err="1"/>
              <a:t>Entité</a:t>
            </a:r>
            <a:r>
              <a:rPr lang="en-US" sz="2000" dirty="0"/>
              <a:t> </a:t>
            </a:r>
            <a:r>
              <a:rPr lang="en-US" sz="2000" dirty="0" err="1"/>
              <a:t>principale</a:t>
            </a:r>
            <a:r>
              <a:rPr lang="en-US" sz="2000" dirty="0"/>
              <a:t> : jeux </a:t>
            </a:r>
            <a:r>
              <a:rPr lang="en-US" sz="2000" dirty="0" err="1"/>
              <a:t>vidéo</a:t>
            </a:r>
            <a:endParaRPr lang="en-US" sz="2000"/>
          </a:p>
          <a:p>
            <a:endParaRPr lang="en-US" sz="2000" dirty="0"/>
          </a:p>
          <a:p>
            <a:r>
              <a:rPr lang="en-US" sz="2000" dirty="0"/>
              <a:t>CRUD : </a:t>
            </a:r>
            <a:r>
              <a:rPr lang="en-US" sz="2000"/>
              <a:t>Create, read, update, delete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3946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2444D7-4F6A-3DAA-5076-E770A98A9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EFCB7-DA73-8115-1FBC-E35201659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4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Utilisateur → Interface → API → Base de données.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08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FD753D-6A49-46DD-9E82-AA6E2C62B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A5824-1F4A-4EE7-BC13-5BB48FC0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044" y="321732"/>
            <a:ext cx="4568741" cy="6192603"/>
          </a:xfrm>
          <a:prstGeom prst="rect">
            <a:avLst/>
          </a:prstGeom>
          <a:solidFill>
            <a:srgbClr val="3336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625C8A-7143-6DC1-F03A-25ACB1A90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257" y="637523"/>
            <a:ext cx="3608896" cy="1690993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Interface utilisateur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54FFCA-361E-CA93-8241-732167B0A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080" y="349737"/>
            <a:ext cx="3211039" cy="1806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C31CE6-B5ED-8844-F964-D8614320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790" y="361536"/>
            <a:ext cx="3169090" cy="17826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154C306-C00B-D51C-D638-39BEAD308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23243" y="3065802"/>
            <a:ext cx="4577749" cy="2266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6D048D-603A-2738-73A6-39023E4F1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081" y="2648156"/>
            <a:ext cx="3219976" cy="1561688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9B0571-400D-606B-CDD0-F32821A21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8432" y="2547873"/>
            <a:ext cx="3132898" cy="1762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C0B131-504B-8A88-48C6-19906042CB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3486" y="4676405"/>
            <a:ext cx="3211571" cy="1806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D4A8DC-94FE-F3E4-68F8-15996329A4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8919" y="4649694"/>
            <a:ext cx="2824831" cy="187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4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9C012-2241-D4CC-62FB-2A938A36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Gestion des erreurs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EBC3BE-68EF-9A96-C6F5-28F987A85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941672"/>
            <a:ext cx="6894576" cy="3292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72C178-2E0D-552E-8219-EC3E96946E34}"/>
              </a:ext>
            </a:extLst>
          </p:cNvPr>
          <p:cNvSpPr txBox="1"/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Seul </a:t>
            </a:r>
            <a:r>
              <a:rPr lang="en-US" sz="2200" dirty="0" err="1"/>
              <a:t>erreur</a:t>
            </a:r>
            <a:r>
              <a:rPr lang="en-US" sz="2200" dirty="0"/>
              <a:t> non </a:t>
            </a:r>
            <a:r>
              <a:rPr lang="en-US" sz="2200" dirty="0" err="1"/>
              <a:t>résolue</a:t>
            </a:r>
          </a:p>
        </p:txBody>
      </p:sp>
    </p:spTree>
    <p:extLst>
      <p:ext uri="{BB962C8B-B14F-4D97-AF65-F5344CB8AC3E}">
        <p14:creationId xmlns:p14="http://schemas.microsoft.com/office/powerpoint/2010/main" val="31634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EFD753D-6A49-46DD-9E82-AA6E2C62B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8A5824-1F4A-4EE7-BC13-5BB48FC0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044" y="321732"/>
            <a:ext cx="4568741" cy="6192603"/>
          </a:xfrm>
          <a:prstGeom prst="rect">
            <a:avLst/>
          </a:prstGeom>
          <a:solidFill>
            <a:srgbClr val="3336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65156-FC87-0C5C-F498-7B4C3774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257" y="637523"/>
            <a:ext cx="3608896" cy="1690993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Organisation 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F82CD-DB77-064A-1196-23018A7A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19" b="2"/>
          <a:stretch>
            <a:fillRect/>
          </a:stretch>
        </p:blipFill>
        <p:spPr>
          <a:xfrm>
            <a:off x="4968250" y="325905"/>
            <a:ext cx="2249424" cy="2002611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78A3C81-7985-6A68-2CE9-B11F7E370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56" y="2474260"/>
            <a:ext cx="3607930" cy="3677158"/>
          </a:xfrm>
        </p:spPr>
        <p:txBody>
          <a:bodyPr anchor="t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80F88F-5E6C-73EA-97BA-61B743EDC3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636" r="1" b="33211"/>
          <a:stretch>
            <a:fillRect/>
          </a:stretch>
        </p:blipFill>
        <p:spPr>
          <a:xfrm>
            <a:off x="4968251" y="2419956"/>
            <a:ext cx="2249424" cy="2002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E98E8F-1F30-19BD-0A24-DA11C9615D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21096"/>
          <a:stretch>
            <a:fillRect/>
          </a:stretch>
        </p:blipFill>
        <p:spPr>
          <a:xfrm>
            <a:off x="7295203" y="325904"/>
            <a:ext cx="4570677" cy="30655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7E9AF1-34D9-5870-8CAD-00E348501C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695" b="-4"/>
          <a:stretch>
            <a:fillRect/>
          </a:stretch>
        </p:blipFill>
        <p:spPr>
          <a:xfrm>
            <a:off x="4976656" y="4511800"/>
            <a:ext cx="2249424" cy="2002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92401F-3095-F044-88DF-F014467105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958" r="-1" b="15576"/>
          <a:stretch>
            <a:fillRect/>
          </a:stretch>
        </p:blipFill>
        <p:spPr>
          <a:xfrm>
            <a:off x="7295203" y="3474720"/>
            <a:ext cx="4570677" cy="30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1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803A1-1EFF-577B-8827-0DB72EB64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Difficultés rencontrées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90241-2522-125F-119B-1A0E84E67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Bug code prof 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Solution : non trouvée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329582-4932-6F5F-EFBC-A407A06F3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982408"/>
            <a:ext cx="6922008" cy="299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9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D1FF0-E9D4-6585-2B74-43268636B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555474-47FC-0E88-B29A-6DCF428EC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97895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81153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Thème Office</vt:lpstr>
      <vt:lpstr>TP web  Seán Quadout, Perras Antoine, Yasmine Baraka  W4A H 2026  Samah Hadouej  12 mai 2026     </vt:lpstr>
      <vt:lpstr>Contexte projet</vt:lpstr>
      <vt:lpstr>Description projet</vt:lpstr>
      <vt:lpstr>Architecture</vt:lpstr>
      <vt:lpstr>Interface utilisateur</vt:lpstr>
      <vt:lpstr>Gestion des erreurs</vt:lpstr>
      <vt:lpstr>Organisation code</vt:lpstr>
      <vt:lpstr>Difficultés rencontrées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163</cp:revision>
  <dcterms:created xsi:type="dcterms:W3CDTF">2026-05-12T17:58:56Z</dcterms:created>
  <dcterms:modified xsi:type="dcterms:W3CDTF">2026-05-12T18:44:42Z</dcterms:modified>
</cp:coreProperties>
</file>